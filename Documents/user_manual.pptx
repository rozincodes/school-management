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8C49-BA00-4BAA-B304-E81B339701B5}" type="datetimeFigureOut">
              <a:rPr lang="en-US" smtClean="0"/>
              <a:t>13-Sep-20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16C6-2E34-4BB7-B535-D93FB6E2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990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8C49-BA00-4BAA-B304-E81B339701B5}" type="datetimeFigureOut">
              <a:rPr lang="en-US" smtClean="0"/>
              <a:t>13-Sep-20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16C6-2E34-4BB7-B535-D93FB6E2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1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8C49-BA00-4BAA-B304-E81B339701B5}" type="datetimeFigureOut">
              <a:rPr lang="en-US" smtClean="0"/>
              <a:t>13-Sep-20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16C6-2E34-4BB7-B535-D93FB6E2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5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8C49-BA00-4BAA-B304-E81B339701B5}" type="datetimeFigureOut">
              <a:rPr lang="en-US" smtClean="0"/>
              <a:t>13-Sep-20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16C6-2E34-4BB7-B535-D93FB6E2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26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8C49-BA00-4BAA-B304-E81B339701B5}" type="datetimeFigureOut">
              <a:rPr lang="en-US" smtClean="0"/>
              <a:t>13-Sep-20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16C6-2E34-4BB7-B535-D93FB6E2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79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8C49-BA00-4BAA-B304-E81B339701B5}" type="datetimeFigureOut">
              <a:rPr lang="en-US" smtClean="0"/>
              <a:t>13-Sep-20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16C6-2E34-4BB7-B535-D93FB6E2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17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8C49-BA00-4BAA-B304-E81B339701B5}" type="datetimeFigureOut">
              <a:rPr lang="en-US" smtClean="0"/>
              <a:t>13-Sep-20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16C6-2E34-4BB7-B535-D93FB6E2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9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8C49-BA00-4BAA-B304-E81B339701B5}" type="datetimeFigureOut">
              <a:rPr lang="en-US" smtClean="0"/>
              <a:t>13-Sep-20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16C6-2E34-4BB7-B535-D93FB6E2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87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8C49-BA00-4BAA-B304-E81B339701B5}" type="datetimeFigureOut">
              <a:rPr lang="en-US" smtClean="0"/>
              <a:t>13-Sep-20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16C6-2E34-4BB7-B535-D93FB6E2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43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8C49-BA00-4BAA-B304-E81B339701B5}" type="datetimeFigureOut">
              <a:rPr lang="en-US" smtClean="0"/>
              <a:t>13-Sep-20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16C6-2E34-4BB7-B535-D93FB6E2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00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8C49-BA00-4BAA-B304-E81B339701B5}" type="datetimeFigureOut">
              <a:rPr lang="en-US" smtClean="0"/>
              <a:t>13-Sep-20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116C6-2E34-4BB7-B535-D93FB6E2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1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E8C49-BA00-4BAA-B304-E81B339701B5}" type="datetimeFigureOut">
              <a:rPr lang="en-US" smtClean="0"/>
              <a:t>13-Sep-20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116C6-2E34-4BB7-B535-D93FB6E2D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068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2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WALTON</dc:creator>
  <cp:lastModifiedBy>WALTON</cp:lastModifiedBy>
  <cp:revision>1</cp:revision>
  <dcterms:created xsi:type="dcterms:W3CDTF">2020-09-13T04:02:36Z</dcterms:created>
  <dcterms:modified xsi:type="dcterms:W3CDTF">2020-09-13T04:03:06Z</dcterms:modified>
</cp:coreProperties>
</file>